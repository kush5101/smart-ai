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Industrial Internship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Amparo Secure Tech, Bhilwara</a:t>
            </a:r>
          </a:p>
          <a:p>
            <a:r>
              <a:t>February – May 2026</a:t>
            </a:r>
          </a:p>
          <a:p>
            <a:r>
              <a:t>Deepesh Dhanwani</a:t>
            </a:r>
          </a:p>
          <a:p>
            <a:r>
              <a:t>Cyber Security Engineer &amp; Team Lead</a:t>
            </a:r>
          </a:p>
          <a:p>
            <a:r>
              <a:t>Computer Science &amp; Engineering, Sangam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About the Organization</a:t>
            </a:r>
          </a:p>
          <a:p>
            <a:pPr/>
            <a:r>
              <a:t>2. Why I Chose Amparo Secure Tech</a:t>
            </a:r>
          </a:p>
          <a:p>
            <a:pPr/>
            <a:r>
              <a:t>3. Company's Products &amp; Services</a:t>
            </a:r>
          </a:p>
          <a:p>
            <a:pPr/>
            <a:r>
              <a:t>4. My Role: Cyber Security Engineer &amp; Team Lead</a:t>
            </a:r>
          </a:p>
          <a:p>
            <a:pPr/>
            <a:r>
              <a:t>5. Work Processes, Tools &amp; Technologies Used</a:t>
            </a:r>
          </a:p>
          <a:p>
            <a:pPr/>
            <a:r>
              <a:t>6. Key Projects &amp; Contributions</a:t>
            </a:r>
          </a:p>
          <a:p>
            <a:pPr/>
            <a:r>
              <a:t>7. Learning Outcomes &amp; Skills Acquired</a:t>
            </a:r>
          </a:p>
          <a:p>
            <a:pPr/>
            <a:r>
              <a:t>8.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About Amparo Secure Tech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Overview: Innovative technology firm specializing in high-end surveillance and advanced AI solutions.</a:t>
            </a:r>
          </a:p>
          <a:p>
            <a:pPr/>
            <a:r>
              <a:t>Mission: To enhance public safety and corporate security by integrating modern Deep Learning and Computer Vision models.</a:t>
            </a:r>
          </a:p>
          <a:p>
            <a:pPr/>
            <a:r>
              <a:t>Core Focus: Developing scalable, automated IoT systems, facial recognition modules, and real-time threat detection platforms.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Why Amparo Secure Tech?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Pioneering Technology: Work extensively with cutting-edge AI, Deep Learning, and real-time Computer Vision.</a:t>
            </a:r>
          </a:p>
          <a:p>
            <a:pPr/>
            <a:r>
              <a:t>Practical Cyber Security Application: Blend traditional networking/security domains with AI safely.</a:t>
            </a:r>
          </a:p>
          <a:p>
            <a:pPr/>
            <a:r>
              <a:t>Leadership Opportunity: Dynamic environment to step into a Team Lead role.</a:t>
            </a:r>
          </a:p>
          <a:p>
            <a:pPr/>
            <a:r>
              <a:t>Impact-Driven Work: Build real-world security products.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Key Products &amp;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AI Surveillance Systems: Intelligent dashboards for live multi-camera monitoring.</a:t>
            </a:r>
          </a:p>
          <a:p>
            <a:pPr/>
            <a:r>
              <a:t>Automated Biometric Solutions: High-speed Facial Recognition for access control.</a:t>
            </a:r>
          </a:p>
          <a:p>
            <a:pPr/>
            <a:r>
              <a:t>Hazard &amp; Threat Detection: Advanced deep learning modules to detect fires, weapons, and safety violations.</a:t>
            </a:r>
          </a:p>
          <a:p>
            <a:pPr/>
            <a:r>
              <a:t>Traffic &amp; Vehicle Analytics: Automatic Number Plate Recognition (ANPR).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Roles and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Cyber Security Engineer:</a:t>
            </a:r>
          </a:p>
          <a:p>
            <a:pPr lvl="1"/>
            <a:r>
              <a:t>Secured video feeds (RTSP/IP Cameras) and local data storage.</a:t>
            </a:r>
          </a:p>
          <a:p>
            <a:pPr lvl="1"/>
            <a:r>
              <a:t>Ensured privacy and data integrity for facial recognition.</a:t>
            </a:r>
          </a:p>
          <a:p>
            <a:pPr/>
            <a:r>
              <a:t>Team Lead:</a:t>
            </a:r>
          </a:p>
          <a:p>
            <a:pPr lvl="1"/>
            <a:r>
              <a:t>Led development of Smart AI Monitoring Dashboard.</a:t>
            </a:r>
          </a:p>
          <a:p>
            <a:pPr lvl="1"/>
            <a:r>
              <a:t>Coordinated team tasks, resolving live video bugs.</a:t>
            </a:r>
          </a:p>
          <a:p>
            <a:pPr lvl="1"/>
            <a:r>
              <a:t>Managed project codebase (OpenCV, YOLOv8, Flask).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Technologies &amp;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Programming &amp; Frameworks: Python, Flask, HTML/CSS/JS.</a:t>
            </a:r>
          </a:p>
          <a:p>
            <a:pPr/>
            <a:r>
              <a:t>AI / Deep Learning Models:</a:t>
            </a:r>
          </a:p>
          <a:p>
            <a:pPr lvl="1"/>
            <a:r>
              <a:t>YOLOv8 (Object, Weapon, Vehicle tracking)</a:t>
            </a:r>
          </a:p>
          <a:p>
            <a:pPr lvl="1"/>
            <a:r>
              <a:t>YuNet &amp; SFace (Fast facial detection)</a:t>
            </a:r>
          </a:p>
          <a:p>
            <a:pPr/>
            <a:r>
              <a:t>Libraries: OpenCV, SQLite/CSV.</a:t>
            </a:r>
          </a:p>
          <a:p>
            <a:pPr/>
            <a:r>
              <a:t>Work Process: Agile environment, version control (Git).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Project: Smart AI Monitoring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Goal: Built a multi-modal web dashboard for unified security.</a:t>
            </a:r>
          </a:p>
          <a:p>
            <a:pPr/>
            <a:r>
              <a:t>Contributions:</a:t>
            </a:r>
          </a:p>
          <a:p>
            <a:pPr lvl="1"/>
            <a:r>
              <a:t>Live Stream Optimization (Low-latency background threads).</a:t>
            </a:r>
          </a:p>
          <a:p>
            <a:pPr lvl="1"/>
            <a:r>
              <a:t>Multi-Threat Detection (YOLOv8 integration).</a:t>
            </a:r>
          </a:p>
          <a:p>
            <a:pPr lvl="1"/>
            <a:r>
              <a:t>Face Attendance System (Automated check-in/out).</a:t>
            </a:r>
          </a:p>
          <a:p>
            <a:pPr lvl="1"/>
            <a:r>
              <a:t>Model Control Panel (Dynamic UI toggles).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Skills &amp;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Technical Growth: Deploying heavy deep-learning models.</a:t>
            </a:r>
          </a:p>
          <a:p>
            <a:pPr/>
            <a:r>
              <a:t>Full-Stack Proficiency: Connecting asynchronous backend video processing with dynamic frontend.</a:t>
            </a:r>
          </a:p>
          <a:p>
            <a:pPr/>
            <a:r>
              <a:t>Leadership &amp; Problem Solving: Debugging real-time threading issues, managing team under deadlines.</a:t>
            </a:r>
          </a:p>
          <a:p>
            <a:pPr/>
            <a:r>
              <a:t>Cyber Security Awareness: Secure handling of sensitive biometric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Summary: Transformative experience bridging theoretical concepts with practical applications.</a:t>
            </a:r>
          </a:p>
          <a:p>
            <a:pPr/>
            <a:r>
              <a:t>Achievement: Functional, state-of-the-art surveillance system.</a:t>
            </a:r>
          </a:p>
          <a:p>
            <a:pPr/>
            <a:r>
              <a:t>Future Outlook: Acquired skills in team leadership, cyber security, and AI provide a competitive edge.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