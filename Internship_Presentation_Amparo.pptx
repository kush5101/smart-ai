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Internship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DETAIL</a:t>
            </a:r>
          </a:p>
          <a:p>
            <a:r>
              <a:t>AMPARO SECURE TECH, BHILWARA</a:t>
            </a:r>
          </a:p>
          <a:p/>
          <a:p>
            <a:r>
              <a:t>DURATION</a:t>
            </a:r>
          </a:p>
          <a:p>
            <a:r>
              <a:t>FEBRUARY - MAY 2026</a:t>
            </a:r>
          </a:p>
          <a:p/>
          <a:p>
            <a:r>
              <a:t>DEEPESH DHANWANI</a:t>
            </a:r>
          </a:p>
          <a:p>
            <a:r>
              <a:t>CYBER SECURITY ENGINEER &amp; TEAM LEAD</a:t>
            </a:r>
          </a:p>
          <a:p>
            <a:r>
              <a:t>COMPUTER SCIENCE &amp; ENGINEERING</a:t>
            </a:r>
          </a:p>
          <a:p/>
          <a:p>
            <a:r>
              <a:t>SANGAM UNIVERSITY, BHILWARA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About the Organization</a:t>
            </a:r>
          </a:p>
          <a:p>
            <a:r>
              <a:t>2. Why I Chose Amparo Secure Tech</a:t>
            </a:r>
          </a:p>
          <a:p>
            <a:r>
              <a:t>3. Company's Products &amp; Services</a:t>
            </a:r>
          </a:p>
          <a:p>
            <a:r>
              <a:t>4. My Role: Cyber Security Engineer &amp; Team Lead</a:t>
            </a:r>
          </a:p>
          <a:p>
            <a:r>
              <a:t>5. Work Processes, Tools &amp; Technologies Used</a:t>
            </a:r>
          </a:p>
          <a:p>
            <a:r>
              <a:t>6. Key Projects &amp; Contributions</a:t>
            </a:r>
          </a:p>
          <a:p>
            <a:r>
              <a:t>7. Learning Outcomes &amp; Skills Acquired</a:t>
            </a:r>
          </a:p>
          <a:p>
            <a:r>
              <a:t>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About the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Amparo Secure Tech is an innovative technology firm specializing in high-end surveillance and advanced artificial intelligence solutions.</a:t>
            </a:r>
          </a:p>
          <a:p>
            <a:r>
              <a:t>Mission: To enhance public safety and corporate security by integrating modern Deep Learning and Computer Vision models.</a:t>
            </a:r>
          </a:p>
          <a:p>
            <a:r>
              <a:t>Core Focus: Developing scalable, automated IoT systems, facial recognition modules, and real-time threat detection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I Chose Amparo Secure 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Pioneering Technology: Opportunity to work extensively with cutting-edge AI, Deep Learning, and real-time Computer Vision.</a:t>
            </a:r>
          </a:p>
          <a:p>
            <a:r>
              <a:t>Practical Cyber Security Application: Blended traditional networking/security domains with AI safely.</a:t>
            </a:r>
          </a:p>
          <a:p>
            <a:r>
              <a:t>Leadership Opportunity: Dynamic environment to step into a Team Lead role, managing implementations and coordination.</a:t>
            </a:r>
          </a:p>
          <a:p>
            <a:r>
              <a:t>Impact-Driven Work: Chance to build real-world security products that protect human lives and digital assets.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Company's Products &amp;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AI Surveillance Systems: Intelligent dashboards for live multi-camera monitoring.</a:t>
            </a:r>
          </a:p>
          <a:p>
            <a:r>
              <a:t>Automated Biometric Solutions: High-speed Facial Recognition used for access control and automated attendance.</a:t>
            </a:r>
          </a:p>
          <a:p>
            <a:r>
              <a:t>Hazard &amp; Threat Detection: Advanced deep learning modules to detect fires, unauthorized weapons, and safety violations.</a:t>
            </a:r>
          </a:p>
          <a:p>
            <a:r>
              <a:t>Traffic &amp; Vehicle Analytics: Automatic Number Plate Recognition (ANPR) and vehicle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My Role: Cyber Security Engineer &amp; Team Lead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Secured video feeds (RTSP/IP Cameras) and local data storage.</a:t>
            </a:r>
          </a:p>
          <a:p>
            <a:r>
              <a:t>Ensured privacy and data integrity for biometric databases.</a:t>
            </a:r>
          </a:p>
          <a:p>
            <a:r>
              <a:t>Led the development lifecycle of the Smart AI Monitoring Dashboard.</a:t>
            </a:r>
          </a:p>
          <a:p>
            <a:r>
              <a:t>Coordinated tasks among team members and resolved complex streaming bugs.</a:t>
            </a:r>
          </a:p>
          <a:p>
            <a:r>
              <a:t>Managed project codebase integrating OpenCV, YOLOv8, and Flask.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Work Processes, 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&amp; Frameworks: Python, Flask, HTML/CSS/JS.</a:t>
            </a:r>
          </a:p>
          <a:p>
            <a:r>
              <a:t>AI / Models: YOLOv8 (Tracking/Detection), YuNet &amp; SFace (Facial Recognition).</a:t>
            </a:r>
          </a:p>
          <a:p>
            <a:r>
              <a:t>Libraries/DB: OpenCV, SQLite, CSV Logs.</a:t>
            </a:r>
          </a:p>
          <a:p>
            <a:r>
              <a:t>Work Process: Agile environment, modular components, version control (Git) for rapid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Key Projects &amp;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Project: Smart AI Monitoring System - Built a multi-modal web dashboard for unified security.</a:t>
            </a:r>
          </a:p>
          <a:p>
            <a:r>
              <a:t>Engineered low-latency background threads for uninterrupted camera streaming.</a:t>
            </a:r>
          </a:p>
          <a:p>
            <a:r>
              <a:t>Integrated YOLOv8 to flag weapons, lack of helmets, and fire hazards in real-time.</a:t>
            </a:r>
          </a:p>
          <a:p>
            <a:r>
              <a:t>Developed an automated check-in/out logging system that exports daily reports.</a:t>
            </a:r>
          </a:p>
          <a:p>
            <a:r>
              <a:t>Created a dynamic Model Control Panel UI to toggle AI modules and optimize server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Learning Outcomes &amp; 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Mastered deployment of heavy deep-learning models into production without freezing the server.</a:t>
            </a:r>
          </a:p>
          <a:p>
            <a:r>
              <a:t>Gained strong hands-on experience connecting asynchronous backend video processing with a dynamic web frontend.</a:t>
            </a:r>
          </a:p>
          <a:p>
            <a:r>
              <a:t>Learned how to effectively manage real-time threading issues and efficiently lead technical deliverables.</a:t>
            </a:r>
          </a:p>
          <a:p>
            <a:r>
              <a:t>Deepened understanding of secure data flow when handling sensitive biometric and surveillance data locally.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internship was a transformative experience bridging theoretical computer science with high-stakes security applications.</a:t>
            </a:r>
          </a:p>
          <a:p>
            <a:r>
              <a:t>Successfully leading the Smart AI Monitoring project resulted in a functional, state-of-the-art surveillance system.</a:t>
            </a:r>
          </a:p>
          <a:p>
            <a:r>
              <a:t>The skills acquired in team leadership, cyber security, and AI provide a highly competitive edge for future professional endeavors.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